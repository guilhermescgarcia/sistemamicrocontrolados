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180" d="100"/>
          <a:sy n="180" d="100"/>
        </p:scale>
        <p:origin x="-705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457187-C96D-C6DF-A78A-EA489ED2D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2E9DD0-21E4-2132-ACE6-17D93C257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C00A6F-D8B5-8B11-EAF9-E46B77BF2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E6F6-7623-4F65-8DE3-1B15139F37A4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7FFA6B-E51B-DF6E-A334-9B2366BC7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0727CC-79FE-7081-F39F-4205DDCBB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8F0ED-0134-4011-9337-B25CD519D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0795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2CA14D-4A4A-01CA-97E4-B95970840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9DBE72-A297-C3C9-FD95-FF0C5ABDB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6AA09C-0068-28E4-DA24-6B8E17108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E6F6-7623-4F65-8DE3-1B15139F37A4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B4806C-CD7D-248B-01CA-2DA34C6E6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67C409-D152-315A-2E98-0223BAC9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8F0ED-0134-4011-9337-B25CD519D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028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CD760B-107C-EB8F-A782-934A00C26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A18774-52BF-372B-299E-0FAD302C7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0982A8-BFEE-8AE9-B82E-86056288C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E6F6-7623-4F65-8DE3-1B15139F37A4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E0A7B7-C0A6-9A8D-35D2-F33BE98E6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FCDBD4-44F2-8872-F76A-593809FD8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8F0ED-0134-4011-9337-B25CD519D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1812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1036C9-786C-6459-E538-0FE5C7FAD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E2024D-6914-7F69-FDC9-3CD90348D1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146298-F5CC-ACF8-CEFF-68E7C0947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7224F9-D936-00E6-D1F4-31EAAE0E8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E6F6-7623-4F65-8DE3-1B15139F37A4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180B6FA-CD90-054C-2B3B-40213908C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B64FD9-DCEF-9AAA-1849-DFEEED5FD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8F0ED-0134-4011-9337-B25CD519D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8238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EBEA45-8E9E-797E-1EB7-02899E4C6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51994A-9787-96C7-781A-8070FB928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6C25E8C-8BA4-9060-0177-9D3ECAC9B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C1DE2A-52F2-78B7-A0A2-5FF845CA1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8354AD-5F16-5C6F-4F48-6C9BF5B7AB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AEC5EFE-0E4F-2975-FDD6-C041075F9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E6F6-7623-4F65-8DE3-1B15139F37A4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6DD468E-EE63-A268-8F1F-26CCAC7DF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E7E4428-517C-42DF-B2E7-1B92786F8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8F0ED-0134-4011-9337-B25CD519D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4231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D9ECE1-57AA-D4FD-CC71-D8D31D74E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9ADBBB7-9FC8-0F44-905A-925AA1778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E6F6-7623-4F65-8DE3-1B15139F37A4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E1F23B-1378-DA35-8DE2-53B2AB490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70358CC-9309-7797-A878-C36F1E0A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8F0ED-0134-4011-9337-B25CD519D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6357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43BD1D2-7E35-E804-FBBE-1921A1AAC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E6F6-7623-4F65-8DE3-1B15139F37A4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F3C8112-B4DC-9EBD-D658-C48C69356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1228DC9-C760-539C-D520-1D52834A5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8F0ED-0134-4011-9337-B25CD519D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224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2A8F8-62D6-572A-9018-86D2BDBA0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4E1A86-7EFF-7FA9-1AA8-6C1963311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A503EFA-969D-5899-2E34-0CB1F266A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D72494-B6F2-BF95-BF6D-1EB73DFF0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E6F6-7623-4F65-8DE3-1B15139F37A4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3AF439F-9178-BD39-B80D-119542C0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7E34BA-E089-C9E6-9142-99B16A232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8F0ED-0134-4011-9337-B25CD519D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5763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3A240-BC3D-9A9F-EB36-F97908F28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C247BEF-BE3D-1144-A303-785CD048E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784B7CA-D7C8-0741-D6C5-764D02453F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31BEA7-3CCE-11BB-BF0F-2CED52512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E6F6-7623-4F65-8DE3-1B15139F37A4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09B96DE-11A2-CA4A-6D35-953443374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96BC039-6A3F-6061-16DA-A27282B5D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8F0ED-0134-4011-9337-B25CD519D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4768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7FBDDD-E8F4-529D-E330-0EC46E2C4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68C12FA-2CB0-D92C-6258-600A60A23A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DBD0CE-3481-D56F-1E40-62106A175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E6F6-7623-4F65-8DE3-1B15139F37A4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45DFF2-8309-967A-5646-51CC9EA36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AB8FF3-2AAC-4ED0-0E07-24B548117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8F0ED-0134-4011-9337-B25CD519D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5656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131C937-7A49-0A19-A00C-D4751432C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892B21B-8197-6862-28BD-60848DB260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FD353A-11FE-DD84-5191-D03B8F4D3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1E6F6-7623-4F65-8DE3-1B15139F37A4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EFD21D-7C1D-E30C-866B-98A23B59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7DDAF4-665D-C602-4665-E9A267405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8F0ED-0134-4011-9337-B25CD519D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243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70B532E-93DF-37BC-D2CA-B03A2A9AD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B1427E-3002-0FE2-B873-267DEFC44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39254A-052E-2407-BA2C-924CC90B21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1E6F6-7623-4F65-8DE3-1B15139F37A4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C2B9FB-7CD9-6F35-B336-9DEF67B4C1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A8CF45-1284-3B7A-D610-E81D3DF84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18F0ED-0134-4011-9337-B25CD519D46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45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30B81C7E-AFD4-88AB-9331-E3CEA1EEC011}"/>
              </a:ext>
            </a:extLst>
          </p:cNvPr>
          <p:cNvSpPr/>
          <p:nvPr/>
        </p:nvSpPr>
        <p:spPr>
          <a:xfrm>
            <a:off x="872359" y="1260934"/>
            <a:ext cx="2291255" cy="19737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Modo </a:t>
            </a:r>
            <a:r>
              <a:rPr lang="pt-BR" dirty="0" err="1"/>
              <a:t>Idle</a:t>
            </a:r>
            <a:endParaRPr lang="pt-BR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61879CCE-1AF3-6FA6-F656-FDBC53F2F8BA}"/>
              </a:ext>
            </a:extLst>
          </p:cNvPr>
          <p:cNvSpPr/>
          <p:nvPr/>
        </p:nvSpPr>
        <p:spPr>
          <a:xfrm>
            <a:off x="5743904" y="562304"/>
            <a:ext cx="2291255" cy="19737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Modo </a:t>
            </a:r>
            <a:r>
              <a:rPr lang="pt-BR" dirty="0" err="1"/>
              <a:t>Posicao</a:t>
            </a:r>
            <a:endParaRPr lang="pt-BR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E4D8E194-CBB9-DEE2-1762-EAD7B8376E26}"/>
              </a:ext>
            </a:extLst>
          </p:cNvPr>
          <p:cNvSpPr/>
          <p:nvPr/>
        </p:nvSpPr>
        <p:spPr>
          <a:xfrm>
            <a:off x="4787462" y="3967655"/>
            <a:ext cx="2291255" cy="19737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Modo </a:t>
            </a:r>
            <a:r>
              <a:rPr lang="pt-BR" dirty="0" err="1"/>
              <a:t>Scan</a:t>
            </a:r>
            <a:endParaRPr lang="pt-BR" dirty="0"/>
          </a:p>
        </p:txBody>
      </p:sp>
      <p:sp>
        <p:nvSpPr>
          <p:cNvPr id="19" name="Seta: Circular 18">
            <a:extLst>
              <a:ext uri="{FF2B5EF4-FFF2-40B4-BE49-F238E27FC236}">
                <a16:creationId xmlns:a16="http://schemas.microsoft.com/office/drawing/2014/main" id="{5E019D92-4A74-25D2-3A9B-829FE444FA5E}"/>
              </a:ext>
            </a:extLst>
          </p:cNvPr>
          <p:cNvSpPr/>
          <p:nvPr/>
        </p:nvSpPr>
        <p:spPr>
          <a:xfrm rot="10800000">
            <a:off x="2139839" y="1283440"/>
            <a:ext cx="4098752" cy="3845550"/>
          </a:xfrm>
          <a:prstGeom prst="circularArrow">
            <a:avLst>
              <a:gd name="adj1" fmla="val 2246"/>
              <a:gd name="adj2" fmla="val 385408"/>
              <a:gd name="adj3" fmla="val 20560618"/>
              <a:gd name="adj4" fmla="val 15575147"/>
              <a:gd name="adj5" fmla="val 526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0" name="Seta: Circular 19">
            <a:extLst>
              <a:ext uri="{FF2B5EF4-FFF2-40B4-BE49-F238E27FC236}">
                <a16:creationId xmlns:a16="http://schemas.microsoft.com/office/drawing/2014/main" id="{6FD8319F-6159-6911-BB9A-03F223C181EB}"/>
              </a:ext>
            </a:extLst>
          </p:cNvPr>
          <p:cNvSpPr/>
          <p:nvPr/>
        </p:nvSpPr>
        <p:spPr>
          <a:xfrm rot="17652077">
            <a:off x="3319756" y="102564"/>
            <a:ext cx="2817211" cy="3660127"/>
          </a:xfrm>
          <a:prstGeom prst="circularArrow">
            <a:avLst>
              <a:gd name="adj1" fmla="val 2919"/>
              <a:gd name="adj2" fmla="val 611859"/>
              <a:gd name="adj3" fmla="val 20532063"/>
              <a:gd name="adj4" fmla="val 16638290"/>
              <a:gd name="adj5" fmla="val 643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1" name="Seta: Circular 20">
            <a:extLst>
              <a:ext uri="{FF2B5EF4-FFF2-40B4-BE49-F238E27FC236}">
                <a16:creationId xmlns:a16="http://schemas.microsoft.com/office/drawing/2014/main" id="{088F26CD-0A6B-755D-B906-678F7923D3A8}"/>
              </a:ext>
            </a:extLst>
          </p:cNvPr>
          <p:cNvSpPr/>
          <p:nvPr/>
        </p:nvSpPr>
        <p:spPr>
          <a:xfrm rot="21039069">
            <a:off x="608815" y="2861545"/>
            <a:ext cx="4098752" cy="3845550"/>
          </a:xfrm>
          <a:prstGeom prst="circularArrow">
            <a:avLst>
              <a:gd name="adj1" fmla="val 1968"/>
              <a:gd name="adj2" fmla="val 425109"/>
              <a:gd name="adj3" fmla="val 21090683"/>
              <a:gd name="adj4" fmla="val 17206390"/>
              <a:gd name="adj5" fmla="val 339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5C82C45-70E4-AAC4-0D39-30BBFB2C8FE0}"/>
              </a:ext>
            </a:extLst>
          </p:cNvPr>
          <p:cNvSpPr txBox="1"/>
          <p:nvPr/>
        </p:nvSpPr>
        <p:spPr>
          <a:xfrm>
            <a:off x="4359952" y="3801035"/>
            <a:ext cx="1174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Tecla = ‘A’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7520F1D-5674-4DB2-727F-B20F5622B376}"/>
              </a:ext>
            </a:extLst>
          </p:cNvPr>
          <p:cNvSpPr txBox="1"/>
          <p:nvPr/>
        </p:nvSpPr>
        <p:spPr>
          <a:xfrm>
            <a:off x="1634286" y="4123697"/>
            <a:ext cx="1174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Tecla = ‘*’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F382B0E-F262-C218-F239-4B6D45A1FD64}"/>
              </a:ext>
            </a:extLst>
          </p:cNvPr>
          <p:cNvSpPr txBox="1"/>
          <p:nvPr/>
        </p:nvSpPr>
        <p:spPr>
          <a:xfrm>
            <a:off x="7307639" y="3152001"/>
            <a:ext cx="1174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Tecla = ‘A’</a:t>
            </a:r>
          </a:p>
        </p:txBody>
      </p:sp>
      <p:sp>
        <p:nvSpPr>
          <p:cNvPr id="25" name="Seta: Circular 24">
            <a:extLst>
              <a:ext uri="{FF2B5EF4-FFF2-40B4-BE49-F238E27FC236}">
                <a16:creationId xmlns:a16="http://schemas.microsoft.com/office/drawing/2014/main" id="{E6C63F7A-04FE-5358-2811-5052FD671997}"/>
              </a:ext>
            </a:extLst>
          </p:cNvPr>
          <p:cNvSpPr/>
          <p:nvPr/>
        </p:nvSpPr>
        <p:spPr>
          <a:xfrm rot="6403029">
            <a:off x="1090728" y="-3822253"/>
            <a:ext cx="4711530" cy="6440432"/>
          </a:xfrm>
          <a:prstGeom prst="circularArrow">
            <a:avLst>
              <a:gd name="adj1" fmla="val 2453"/>
              <a:gd name="adj2" fmla="val 313399"/>
              <a:gd name="adj3" fmla="val 20659969"/>
              <a:gd name="adj4" fmla="val 17899012"/>
              <a:gd name="adj5" fmla="val 381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7F10D1E-59DE-CEAF-B884-F5663EC7FE5C}"/>
              </a:ext>
            </a:extLst>
          </p:cNvPr>
          <p:cNvSpPr txBox="1"/>
          <p:nvPr/>
        </p:nvSpPr>
        <p:spPr>
          <a:xfrm>
            <a:off x="3856260" y="1796682"/>
            <a:ext cx="1174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Tecla = ‘A’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06D750C-F518-50D4-983A-97ECDD2B2C2D}"/>
              </a:ext>
            </a:extLst>
          </p:cNvPr>
          <p:cNvSpPr txBox="1"/>
          <p:nvPr/>
        </p:nvSpPr>
        <p:spPr>
          <a:xfrm>
            <a:off x="5340128" y="2538402"/>
            <a:ext cx="1174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0 </a:t>
            </a:r>
            <a:r>
              <a:rPr lang="pt-BR" sz="1200" b="1" dirty="0"/>
              <a:t>≤</a:t>
            </a:r>
            <a:r>
              <a:rPr lang="pt-BR" sz="1200" dirty="0"/>
              <a:t> Tecla</a:t>
            </a:r>
            <a:r>
              <a:rPr lang="pt-BR" sz="1200" b="1" dirty="0"/>
              <a:t> ≤ </a:t>
            </a:r>
            <a:r>
              <a:rPr lang="pt-BR" sz="1200" dirty="0"/>
              <a:t>9</a:t>
            </a:r>
          </a:p>
        </p:txBody>
      </p:sp>
      <p:sp>
        <p:nvSpPr>
          <p:cNvPr id="29" name="Seta: Circular 28">
            <a:extLst>
              <a:ext uri="{FF2B5EF4-FFF2-40B4-BE49-F238E27FC236}">
                <a16:creationId xmlns:a16="http://schemas.microsoft.com/office/drawing/2014/main" id="{BB6C6C34-966F-E57B-DEBB-9591C09C03C7}"/>
              </a:ext>
            </a:extLst>
          </p:cNvPr>
          <p:cNvSpPr/>
          <p:nvPr/>
        </p:nvSpPr>
        <p:spPr>
          <a:xfrm rot="13903886">
            <a:off x="6229326" y="1790104"/>
            <a:ext cx="2939946" cy="3283474"/>
          </a:xfrm>
          <a:prstGeom prst="circularArrow">
            <a:avLst>
              <a:gd name="adj1" fmla="val 2889"/>
              <a:gd name="adj2" fmla="val 536773"/>
              <a:gd name="adj3" fmla="val 20530943"/>
              <a:gd name="adj4" fmla="val 17202471"/>
              <a:gd name="adj5" fmla="val 668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0" name="Seta: Circular 29">
            <a:extLst>
              <a:ext uri="{FF2B5EF4-FFF2-40B4-BE49-F238E27FC236}">
                <a16:creationId xmlns:a16="http://schemas.microsoft.com/office/drawing/2014/main" id="{4E9D2145-9EB9-8FFE-4FEC-FFF965E85BA4}"/>
              </a:ext>
            </a:extLst>
          </p:cNvPr>
          <p:cNvSpPr/>
          <p:nvPr/>
        </p:nvSpPr>
        <p:spPr>
          <a:xfrm rot="3456032">
            <a:off x="4415042" y="1324643"/>
            <a:ext cx="2939946" cy="3283474"/>
          </a:xfrm>
          <a:prstGeom prst="circularArrow">
            <a:avLst>
              <a:gd name="adj1" fmla="val 2889"/>
              <a:gd name="adj2" fmla="val 536773"/>
              <a:gd name="adj3" fmla="val 20530943"/>
              <a:gd name="adj4" fmla="val 17202471"/>
              <a:gd name="adj5" fmla="val 668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D9C15321-F86D-6626-17AD-C1BECBEC828C}"/>
              </a:ext>
            </a:extLst>
          </p:cNvPr>
          <p:cNvSpPr txBox="1"/>
          <p:nvPr/>
        </p:nvSpPr>
        <p:spPr>
          <a:xfrm>
            <a:off x="3485472" y="371188"/>
            <a:ext cx="1174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0 </a:t>
            </a:r>
            <a:r>
              <a:rPr lang="pt-BR" sz="1200" b="1" dirty="0"/>
              <a:t>≤</a:t>
            </a:r>
            <a:r>
              <a:rPr lang="pt-BR" sz="1200" dirty="0"/>
              <a:t> Tecla</a:t>
            </a:r>
            <a:r>
              <a:rPr lang="pt-BR" sz="1200" b="1" dirty="0"/>
              <a:t> ≤ </a:t>
            </a:r>
            <a:r>
              <a:rPr lang="pt-BR" sz="1200" dirty="0"/>
              <a:t>9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B9795A29-6A0C-3035-5C6F-8D8CF114DCD2}"/>
              </a:ext>
            </a:extLst>
          </p:cNvPr>
          <p:cNvSpPr txBox="1"/>
          <p:nvPr/>
        </p:nvSpPr>
        <p:spPr>
          <a:xfrm>
            <a:off x="8387872" y="191657"/>
            <a:ext cx="2644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Lab</a:t>
            </a:r>
            <a:r>
              <a:rPr lang="pt-BR" dirty="0"/>
              <a:t> 2</a:t>
            </a:r>
          </a:p>
          <a:p>
            <a:r>
              <a:rPr lang="pt-BR" sz="1400" dirty="0"/>
              <a:t>Bruna, Laura e Guilherme – S71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91776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5E07B689-578C-CFCC-7A00-EB3066EA155F}"/>
              </a:ext>
            </a:extLst>
          </p:cNvPr>
          <p:cNvSpPr/>
          <p:nvPr/>
        </p:nvSpPr>
        <p:spPr>
          <a:xfrm>
            <a:off x="867787" y="633046"/>
            <a:ext cx="877729" cy="85109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/>
              <a:t>Modo </a:t>
            </a:r>
            <a:r>
              <a:rPr lang="pt-BR" sz="900" dirty="0" err="1"/>
              <a:t>Idle</a:t>
            </a:r>
            <a:endParaRPr lang="pt-BR" sz="900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05594E4D-16DF-138C-D81D-16A5BE8E08CC}"/>
              </a:ext>
            </a:extLst>
          </p:cNvPr>
          <p:cNvCxnSpPr>
            <a:cxnSpLocks/>
          </p:cNvCxnSpPr>
          <p:nvPr/>
        </p:nvCxnSpPr>
        <p:spPr>
          <a:xfrm>
            <a:off x="1333133" y="1545716"/>
            <a:ext cx="0" cy="41559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543A49B-CA1B-0C05-5C17-6B9BFDC0995A}"/>
              </a:ext>
            </a:extLst>
          </p:cNvPr>
          <p:cNvSpPr txBox="1"/>
          <p:nvPr/>
        </p:nvSpPr>
        <p:spPr>
          <a:xfrm>
            <a:off x="512379" y="2031418"/>
            <a:ext cx="1848717" cy="200055"/>
          </a:xfrm>
          <a:prstGeom prst="rect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sz="700" dirty="0"/>
              <a:t>Mostra informação no LCD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B23F6919-ABC5-05C7-83CA-31C05EEAD3B6}"/>
              </a:ext>
            </a:extLst>
          </p:cNvPr>
          <p:cNvCxnSpPr>
            <a:cxnSpLocks/>
          </p:cNvCxnSpPr>
          <p:nvPr/>
        </p:nvCxnSpPr>
        <p:spPr>
          <a:xfrm>
            <a:off x="1329705" y="2316641"/>
            <a:ext cx="0" cy="41559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778A13A-A7B2-4243-2956-D662CF32B17A}"/>
              </a:ext>
            </a:extLst>
          </p:cNvPr>
          <p:cNvSpPr txBox="1"/>
          <p:nvPr/>
        </p:nvSpPr>
        <p:spPr>
          <a:xfrm>
            <a:off x="486286" y="3630684"/>
            <a:ext cx="1848717" cy="307777"/>
          </a:xfrm>
          <a:prstGeom prst="rect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sz="700" dirty="0"/>
              <a:t>//Desliga o timer 2A</a:t>
            </a:r>
          </a:p>
          <a:p>
            <a:r>
              <a:rPr lang="pt-BR" sz="700" dirty="0"/>
              <a:t>TIMER2_CTL_R &amp;= ~0x01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4CD4232A-44E9-CD2E-835C-5DE1C09C83BE}"/>
              </a:ext>
            </a:extLst>
          </p:cNvPr>
          <p:cNvCxnSpPr>
            <a:cxnSpLocks/>
          </p:cNvCxnSpPr>
          <p:nvPr/>
        </p:nvCxnSpPr>
        <p:spPr>
          <a:xfrm>
            <a:off x="1329705" y="3161714"/>
            <a:ext cx="0" cy="41559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1B63AC7-6CE8-362A-226B-BF7ECAA5C06A}"/>
              </a:ext>
            </a:extLst>
          </p:cNvPr>
          <p:cNvSpPr txBox="1"/>
          <p:nvPr/>
        </p:nvSpPr>
        <p:spPr>
          <a:xfrm>
            <a:off x="530960" y="2850399"/>
            <a:ext cx="1848717" cy="200055"/>
          </a:xfrm>
          <a:prstGeom prst="rect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sz="700" dirty="0" err="1"/>
              <a:t>ultimaTecla</a:t>
            </a:r>
            <a:r>
              <a:rPr lang="pt-BR" sz="700" dirty="0"/>
              <a:t> = tecla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AB36046-C741-80C1-E8A6-A1F50FC1F5DE}"/>
              </a:ext>
            </a:extLst>
          </p:cNvPr>
          <p:cNvSpPr txBox="1"/>
          <p:nvPr/>
        </p:nvSpPr>
        <p:spPr>
          <a:xfrm>
            <a:off x="486285" y="4557977"/>
            <a:ext cx="1848717" cy="200055"/>
          </a:xfrm>
          <a:prstGeom prst="rect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sz="700" dirty="0"/>
              <a:t>angulo = 90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91417B5D-90AC-12BC-8AB0-50DB62B31226}"/>
              </a:ext>
            </a:extLst>
          </p:cNvPr>
          <p:cNvSpPr/>
          <p:nvPr/>
        </p:nvSpPr>
        <p:spPr>
          <a:xfrm>
            <a:off x="792663" y="5366775"/>
            <a:ext cx="958647" cy="94298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 dirty="0" err="1"/>
              <a:t>calculaDuty</a:t>
            </a:r>
            <a:r>
              <a:rPr lang="pt-BR" sz="700" dirty="0"/>
              <a:t>(angulo)</a:t>
            </a:r>
          </a:p>
        </p:txBody>
      </p: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C07636F-C6B0-3DC7-5ACB-C39838CB518B}"/>
              </a:ext>
            </a:extLst>
          </p:cNvPr>
          <p:cNvCxnSpPr>
            <a:cxnSpLocks/>
          </p:cNvCxnSpPr>
          <p:nvPr/>
        </p:nvCxnSpPr>
        <p:spPr>
          <a:xfrm>
            <a:off x="1329705" y="4067541"/>
            <a:ext cx="0" cy="41559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221749A5-D0E5-82D1-6566-6373E5C55586}"/>
              </a:ext>
            </a:extLst>
          </p:cNvPr>
          <p:cNvCxnSpPr>
            <a:cxnSpLocks/>
          </p:cNvCxnSpPr>
          <p:nvPr/>
        </p:nvCxnSpPr>
        <p:spPr>
          <a:xfrm>
            <a:off x="1306651" y="4852872"/>
            <a:ext cx="0" cy="41559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Seta: em Forma de U 31">
            <a:extLst>
              <a:ext uri="{FF2B5EF4-FFF2-40B4-BE49-F238E27FC236}">
                <a16:creationId xmlns:a16="http://schemas.microsoft.com/office/drawing/2014/main" id="{73724478-8FCA-AD6C-A5B0-2F83607D357E}"/>
              </a:ext>
            </a:extLst>
          </p:cNvPr>
          <p:cNvSpPr/>
          <p:nvPr/>
        </p:nvSpPr>
        <p:spPr>
          <a:xfrm rot="5400000" flipH="1">
            <a:off x="-261233" y="2914124"/>
            <a:ext cx="5060042" cy="877729"/>
          </a:xfrm>
          <a:prstGeom prst="uturnArrow">
            <a:avLst>
              <a:gd name="adj1" fmla="val 5715"/>
              <a:gd name="adj2" fmla="val 15323"/>
              <a:gd name="adj3" fmla="val 12542"/>
              <a:gd name="adj4" fmla="val 43750"/>
              <a:gd name="adj5" fmla="val 10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81351E4B-266A-8F04-5B3E-FA79176E3F56}"/>
              </a:ext>
            </a:extLst>
          </p:cNvPr>
          <p:cNvSpPr/>
          <p:nvPr/>
        </p:nvSpPr>
        <p:spPr>
          <a:xfrm>
            <a:off x="4411353" y="643039"/>
            <a:ext cx="877729" cy="85109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/>
              <a:t>Modo </a:t>
            </a:r>
          </a:p>
          <a:p>
            <a:pPr algn="ctr"/>
            <a:r>
              <a:rPr lang="pt-BR" sz="1000" dirty="0" err="1"/>
              <a:t>Posicao</a:t>
            </a:r>
            <a:endParaRPr lang="pt-BR" sz="1000" dirty="0"/>
          </a:p>
        </p:txBody>
      </p: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585B08B1-9C22-FBAD-82C5-279B60BC8595}"/>
              </a:ext>
            </a:extLst>
          </p:cNvPr>
          <p:cNvCxnSpPr>
            <a:cxnSpLocks/>
          </p:cNvCxnSpPr>
          <p:nvPr/>
        </p:nvCxnSpPr>
        <p:spPr>
          <a:xfrm>
            <a:off x="4852829" y="1545716"/>
            <a:ext cx="0" cy="29953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4E6F1427-312C-414C-0709-C1EA93C60842}"/>
              </a:ext>
            </a:extLst>
          </p:cNvPr>
          <p:cNvCxnSpPr>
            <a:cxnSpLocks/>
          </p:cNvCxnSpPr>
          <p:nvPr/>
        </p:nvCxnSpPr>
        <p:spPr>
          <a:xfrm>
            <a:off x="4864795" y="2316641"/>
            <a:ext cx="0" cy="31176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A89EAD84-D83B-7DA8-98C0-C399F1DB5244}"/>
              </a:ext>
            </a:extLst>
          </p:cNvPr>
          <p:cNvCxnSpPr>
            <a:cxnSpLocks/>
          </p:cNvCxnSpPr>
          <p:nvPr/>
        </p:nvCxnSpPr>
        <p:spPr>
          <a:xfrm>
            <a:off x="3734769" y="3672186"/>
            <a:ext cx="914011" cy="194656"/>
          </a:xfrm>
          <a:prstGeom prst="bentConnector3">
            <a:avLst>
              <a:gd name="adj1" fmla="val 834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33B5F4CC-E697-9206-B857-8BB2525892CE}"/>
              </a:ext>
            </a:extLst>
          </p:cNvPr>
          <p:cNvCxnSpPr>
            <a:cxnSpLocks/>
          </p:cNvCxnSpPr>
          <p:nvPr/>
        </p:nvCxnSpPr>
        <p:spPr>
          <a:xfrm>
            <a:off x="4889080" y="4026250"/>
            <a:ext cx="7831" cy="26353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eta: em Forma de U 39">
            <a:extLst>
              <a:ext uri="{FF2B5EF4-FFF2-40B4-BE49-F238E27FC236}">
                <a16:creationId xmlns:a16="http://schemas.microsoft.com/office/drawing/2014/main" id="{5217C7EE-7F03-0B8B-277D-74C9F31964D2}"/>
              </a:ext>
            </a:extLst>
          </p:cNvPr>
          <p:cNvSpPr/>
          <p:nvPr/>
        </p:nvSpPr>
        <p:spPr>
          <a:xfrm rot="5400000" flipH="1">
            <a:off x="3585894" y="3197931"/>
            <a:ext cx="5511548" cy="877729"/>
          </a:xfrm>
          <a:prstGeom prst="uturnArrow">
            <a:avLst>
              <a:gd name="adj1" fmla="val 5715"/>
              <a:gd name="adj2" fmla="val 15323"/>
              <a:gd name="adj3" fmla="val 12542"/>
              <a:gd name="adj4" fmla="val 43750"/>
              <a:gd name="adj5" fmla="val 10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B5423A03-89EB-125A-D136-02AFB8C62C8E}"/>
              </a:ext>
            </a:extLst>
          </p:cNvPr>
          <p:cNvSpPr txBox="1"/>
          <p:nvPr/>
        </p:nvSpPr>
        <p:spPr>
          <a:xfrm>
            <a:off x="3969742" y="1905701"/>
            <a:ext cx="1691700" cy="307777"/>
          </a:xfrm>
          <a:prstGeom prst="rect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sz="700" dirty="0"/>
              <a:t>// desliga o timer 2A</a:t>
            </a:r>
          </a:p>
          <a:p>
            <a:r>
              <a:rPr lang="pt-BR" sz="700" dirty="0"/>
              <a:t>TIMER2_CTL_R &amp;= ~0x01;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CFBFC4A9-F4B1-3A03-BC25-DBACA7777A98}"/>
              </a:ext>
            </a:extLst>
          </p:cNvPr>
          <p:cNvSpPr txBox="1"/>
          <p:nvPr/>
        </p:nvSpPr>
        <p:spPr>
          <a:xfrm>
            <a:off x="4021024" y="5146676"/>
            <a:ext cx="1726313" cy="200055"/>
          </a:xfrm>
          <a:prstGeom prst="rect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sz="700" dirty="0" err="1"/>
              <a:t>pos</a:t>
            </a:r>
            <a:r>
              <a:rPr lang="pt-BR" sz="700" dirty="0"/>
              <a:t> = ((0.5 + angulo * 0.01) * 1000);</a:t>
            </a:r>
          </a:p>
        </p:txBody>
      </p:sp>
      <p:sp>
        <p:nvSpPr>
          <p:cNvPr id="44" name="Fluxograma: Decisão 43">
            <a:extLst>
              <a:ext uri="{FF2B5EF4-FFF2-40B4-BE49-F238E27FC236}">
                <a16:creationId xmlns:a16="http://schemas.microsoft.com/office/drawing/2014/main" id="{F869991B-67B8-5307-23F0-E239592DA53E}"/>
              </a:ext>
            </a:extLst>
          </p:cNvPr>
          <p:cNvSpPr/>
          <p:nvPr/>
        </p:nvSpPr>
        <p:spPr>
          <a:xfrm>
            <a:off x="3992506" y="2628086"/>
            <a:ext cx="1744577" cy="578601"/>
          </a:xfrm>
          <a:prstGeom prst="flowChartDecision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 dirty="0"/>
              <a:t>A tecla é ‘0’? </a:t>
            </a:r>
          </a:p>
        </p:txBody>
      </p: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3DC472C3-238F-EB21-4A62-DB8B767E2175}"/>
              </a:ext>
            </a:extLst>
          </p:cNvPr>
          <p:cNvCxnSpPr>
            <a:cxnSpLocks/>
          </p:cNvCxnSpPr>
          <p:nvPr/>
        </p:nvCxnSpPr>
        <p:spPr>
          <a:xfrm rot="5400000">
            <a:off x="3617451" y="3043461"/>
            <a:ext cx="436990" cy="182065"/>
          </a:xfrm>
          <a:prstGeom prst="bentConnector3">
            <a:avLst>
              <a:gd name="adj1" fmla="val 127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de Seta Reta 46">
            <a:extLst>
              <a:ext uri="{FF2B5EF4-FFF2-40B4-BE49-F238E27FC236}">
                <a16:creationId xmlns:a16="http://schemas.microsoft.com/office/drawing/2014/main" id="{2C915AD6-1E98-79FB-82D0-0DC8E27F18E0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38431" y="3006250"/>
            <a:ext cx="371388" cy="190885"/>
          </a:xfrm>
          <a:prstGeom prst="bentConnector3">
            <a:avLst>
              <a:gd name="adj1" fmla="val 2799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68BC13F5-4C8B-9F6F-71A4-63B3B1690714}"/>
              </a:ext>
            </a:extLst>
          </p:cNvPr>
          <p:cNvSpPr txBox="1"/>
          <p:nvPr/>
        </p:nvSpPr>
        <p:spPr>
          <a:xfrm>
            <a:off x="3642222" y="2714506"/>
            <a:ext cx="3843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sim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D5B53D3B-038C-23DF-4946-48072FF7FA25}"/>
              </a:ext>
            </a:extLst>
          </p:cNvPr>
          <p:cNvSpPr txBox="1"/>
          <p:nvPr/>
        </p:nvSpPr>
        <p:spPr>
          <a:xfrm>
            <a:off x="5747337" y="2714506"/>
            <a:ext cx="38431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 dirty="0"/>
              <a:t>não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604D69DC-C8E0-E8D2-B04D-F77B2597EE74}"/>
              </a:ext>
            </a:extLst>
          </p:cNvPr>
          <p:cNvSpPr txBox="1"/>
          <p:nvPr/>
        </p:nvSpPr>
        <p:spPr>
          <a:xfrm>
            <a:off x="3369583" y="3396547"/>
            <a:ext cx="822192" cy="200055"/>
          </a:xfrm>
          <a:prstGeom prst="rect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pt-BR" sz="700" dirty="0"/>
              <a:t>angulo = 180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B8CD9722-38F7-DA85-154D-355DDE9B3912}"/>
              </a:ext>
            </a:extLst>
          </p:cNvPr>
          <p:cNvSpPr txBox="1"/>
          <p:nvPr/>
        </p:nvSpPr>
        <p:spPr>
          <a:xfrm>
            <a:off x="5104906" y="3364469"/>
            <a:ext cx="1431172" cy="200055"/>
          </a:xfrm>
          <a:prstGeom prst="rect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pt-BR" sz="700" dirty="0"/>
              <a:t>angulo =((tecla - '0') - 1) * 20</a:t>
            </a:r>
          </a:p>
        </p:txBody>
      </p:sp>
      <p:cxnSp>
        <p:nvCxnSpPr>
          <p:cNvPr id="66" name="Conector de Seta Reta 37">
            <a:extLst>
              <a:ext uri="{FF2B5EF4-FFF2-40B4-BE49-F238E27FC236}">
                <a16:creationId xmlns:a16="http://schemas.microsoft.com/office/drawing/2014/main" id="{7EDF7D28-983C-9E34-1DEC-C30396CC3844}"/>
              </a:ext>
            </a:extLst>
          </p:cNvPr>
          <p:cNvCxnSpPr>
            <a:cxnSpLocks/>
          </p:cNvCxnSpPr>
          <p:nvPr/>
        </p:nvCxnSpPr>
        <p:spPr>
          <a:xfrm rot="10800000" flipV="1">
            <a:off x="5199859" y="3656595"/>
            <a:ext cx="876822" cy="194654"/>
          </a:xfrm>
          <a:prstGeom prst="bentConnector3">
            <a:avLst>
              <a:gd name="adj1" fmla="val 977"/>
            </a:avLst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Elipse 77">
            <a:extLst>
              <a:ext uri="{FF2B5EF4-FFF2-40B4-BE49-F238E27FC236}">
                <a16:creationId xmlns:a16="http://schemas.microsoft.com/office/drawing/2014/main" id="{B32F6068-E827-5B07-C15D-84154B2BE8B9}"/>
              </a:ext>
            </a:extLst>
          </p:cNvPr>
          <p:cNvSpPr/>
          <p:nvPr/>
        </p:nvSpPr>
        <p:spPr>
          <a:xfrm>
            <a:off x="4790595" y="3792716"/>
            <a:ext cx="204805" cy="1884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887005E1-4FFE-E42F-66EF-F2BEA8CA6820}"/>
              </a:ext>
            </a:extLst>
          </p:cNvPr>
          <p:cNvSpPr/>
          <p:nvPr/>
        </p:nvSpPr>
        <p:spPr>
          <a:xfrm>
            <a:off x="4551867" y="4306513"/>
            <a:ext cx="674425" cy="50292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 dirty="0" err="1"/>
              <a:t>calculaDuty</a:t>
            </a:r>
            <a:r>
              <a:rPr lang="pt-BR" sz="700" dirty="0"/>
              <a:t>(angulo)</a:t>
            </a:r>
          </a:p>
        </p:txBody>
      </p:sp>
      <p:cxnSp>
        <p:nvCxnSpPr>
          <p:cNvPr id="81" name="Conector de Seta Reta 80">
            <a:extLst>
              <a:ext uri="{FF2B5EF4-FFF2-40B4-BE49-F238E27FC236}">
                <a16:creationId xmlns:a16="http://schemas.microsoft.com/office/drawing/2014/main" id="{BCCAE859-938E-B424-3057-92AAFAEBF1BF}"/>
              </a:ext>
            </a:extLst>
          </p:cNvPr>
          <p:cNvCxnSpPr>
            <a:cxnSpLocks/>
          </p:cNvCxnSpPr>
          <p:nvPr/>
        </p:nvCxnSpPr>
        <p:spPr>
          <a:xfrm>
            <a:off x="4907060" y="4846292"/>
            <a:ext cx="7831" cy="26353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05E4F38E-4B0A-7499-6D81-24F9991243C4}"/>
              </a:ext>
            </a:extLst>
          </p:cNvPr>
          <p:cNvSpPr txBox="1"/>
          <p:nvPr/>
        </p:nvSpPr>
        <p:spPr>
          <a:xfrm>
            <a:off x="4035155" y="5787617"/>
            <a:ext cx="1848717" cy="200055"/>
          </a:xfrm>
          <a:prstGeom prst="rect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sz="700" dirty="0"/>
              <a:t>Mostra informação no LCD</a:t>
            </a:r>
          </a:p>
        </p:txBody>
      </p:sp>
      <p:cxnSp>
        <p:nvCxnSpPr>
          <p:cNvPr id="84" name="Conector de Seta Reta 83">
            <a:extLst>
              <a:ext uri="{FF2B5EF4-FFF2-40B4-BE49-F238E27FC236}">
                <a16:creationId xmlns:a16="http://schemas.microsoft.com/office/drawing/2014/main" id="{14FCE8AE-29DA-FA9F-2482-3AAA2E7E6140}"/>
              </a:ext>
            </a:extLst>
          </p:cNvPr>
          <p:cNvCxnSpPr>
            <a:cxnSpLocks/>
          </p:cNvCxnSpPr>
          <p:nvPr/>
        </p:nvCxnSpPr>
        <p:spPr>
          <a:xfrm>
            <a:off x="4939578" y="5451153"/>
            <a:ext cx="7831" cy="26353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Elipse 84">
            <a:extLst>
              <a:ext uri="{FF2B5EF4-FFF2-40B4-BE49-F238E27FC236}">
                <a16:creationId xmlns:a16="http://schemas.microsoft.com/office/drawing/2014/main" id="{2FCE1D60-783B-744E-B5D2-EDA83CD77935}"/>
              </a:ext>
            </a:extLst>
          </p:cNvPr>
          <p:cNvSpPr/>
          <p:nvPr/>
        </p:nvSpPr>
        <p:spPr>
          <a:xfrm>
            <a:off x="7403396" y="643039"/>
            <a:ext cx="877729" cy="85109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/>
              <a:t>Modo </a:t>
            </a:r>
            <a:r>
              <a:rPr lang="pt-BR" sz="900" dirty="0" err="1"/>
              <a:t>Scan</a:t>
            </a:r>
            <a:endParaRPr lang="pt-BR" sz="900" dirty="0"/>
          </a:p>
        </p:txBody>
      </p:sp>
      <p:cxnSp>
        <p:nvCxnSpPr>
          <p:cNvPr id="86" name="Conector de Seta Reta 85">
            <a:extLst>
              <a:ext uri="{FF2B5EF4-FFF2-40B4-BE49-F238E27FC236}">
                <a16:creationId xmlns:a16="http://schemas.microsoft.com/office/drawing/2014/main" id="{A0BE48AC-2554-0320-6A1C-6BBDBD26E865}"/>
              </a:ext>
            </a:extLst>
          </p:cNvPr>
          <p:cNvCxnSpPr>
            <a:cxnSpLocks/>
          </p:cNvCxnSpPr>
          <p:nvPr/>
        </p:nvCxnSpPr>
        <p:spPr>
          <a:xfrm>
            <a:off x="7868742" y="1555709"/>
            <a:ext cx="0" cy="41559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de Seta Reta 89">
            <a:extLst>
              <a:ext uri="{FF2B5EF4-FFF2-40B4-BE49-F238E27FC236}">
                <a16:creationId xmlns:a16="http://schemas.microsoft.com/office/drawing/2014/main" id="{B2B3CCA1-FBB5-F62A-045B-1023C4E0754D}"/>
              </a:ext>
            </a:extLst>
          </p:cNvPr>
          <p:cNvCxnSpPr>
            <a:cxnSpLocks/>
          </p:cNvCxnSpPr>
          <p:nvPr/>
        </p:nvCxnSpPr>
        <p:spPr>
          <a:xfrm>
            <a:off x="10929884" y="1715853"/>
            <a:ext cx="0" cy="41559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44452D6F-B5B4-1AB7-0733-074FE01E7026}"/>
              </a:ext>
            </a:extLst>
          </p:cNvPr>
          <p:cNvSpPr txBox="1"/>
          <p:nvPr/>
        </p:nvSpPr>
        <p:spPr>
          <a:xfrm>
            <a:off x="7063130" y="3270504"/>
            <a:ext cx="1848717" cy="307777"/>
          </a:xfrm>
          <a:prstGeom prst="rect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sz="700" dirty="0"/>
              <a:t>// ligo o timer 2A</a:t>
            </a:r>
          </a:p>
          <a:p>
            <a:r>
              <a:rPr lang="pt-BR" sz="700" dirty="0"/>
              <a:t> TIMER2_CTL_R |= 0x01;</a:t>
            </a:r>
          </a:p>
        </p:txBody>
      </p:sp>
      <p:sp>
        <p:nvSpPr>
          <p:cNvPr id="93" name="Elipse 92">
            <a:extLst>
              <a:ext uri="{FF2B5EF4-FFF2-40B4-BE49-F238E27FC236}">
                <a16:creationId xmlns:a16="http://schemas.microsoft.com/office/drawing/2014/main" id="{0DF4163A-6DD7-54BE-EAC9-F2EF8ED5F335}"/>
              </a:ext>
            </a:extLst>
          </p:cNvPr>
          <p:cNvSpPr/>
          <p:nvPr/>
        </p:nvSpPr>
        <p:spPr>
          <a:xfrm>
            <a:off x="10491021" y="766293"/>
            <a:ext cx="877727" cy="78941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err="1"/>
              <a:t>calculaDuty</a:t>
            </a:r>
            <a:r>
              <a:rPr lang="pt-BR" sz="900" dirty="0"/>
              <a:t>(angulo)</a:t>
            </a:r>
          </a:p>
        </p:txBody>
      </p:sp>
      <p:cxnSp>
        <p:nvCxnSpPr>
          <p:cNvPr id="94" name="Conector de Seta Reta 93">
            <a:extLst>
              <a:ext uri="{FF2B5EF4-FFF2-40B4-BE49-F238E27FC236}">
                <a16:creationId xmlns:a16="http://schemas.microsoft.com/office/drawing/2014/main" id="{49471B6B-4DC6-17CF-BDB5-DD8621C9C181}"/>
              </a:ext>
            </a:extLst>
          </p:cNvPr>
          <p:cNvCxnSpPr>
            <a:cxnSpLocks/>
          </p:cNvCxnSpPr>
          <p:nvPr/>
        </p:nvCxnSpPr>
        <p:spPr>
          <a:xfrm>
            <a:off x="7936135" y="3643454"/>
            <a:ext cx="0" cy="41559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ector de Seta Reta 94">
            <a:extLst>
              <a:ext uri="{FF2B5EF4-FFF2-40B4-BE49-F238E27FC236}">
                <a16:creationId xmlns:a16="http://schemas.microsoft.com/office/drawing/2014/main" id="{243F0A18-7A03-5EF2-33A0-AE5DA93D0600}"/>
              </a:ext>
            </a:extLst>
          </p:cNvPr>
          <p:cNvCxnSpPr>
            <a:cxnSpLocks/>
          </p:cNvCxnSpPr>
          <p:nvPr/>
        </p:nvCxnSpPr>
        <p:spPr>
          <a:xfrm>
            <a:off x="7936135" y="4393849"/>
            <a:ext cx="0" cy="41559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Elipse 95">
            <a:extLst>
              <a:ext uri="{FF2B5EF4-FFF2-40B4-BE49-F238E27FC236}">
                <a16:creationId xmlns:a16="http://schemas.microsoft.com/office/drawing/2014/main" id="{9535CAA7-2C8D-6B6F-C388-41F4BCDA0090}"/>
              </a:ext>
            </a:extLst>
          </p:cNvPr>
          <p:cNvSpPr/>
          <p:nvPr/>
        </p:nvSpPr>
        <p:spPr>
          <a:xfrm>
            <a:off x="7549812" y="2024679"/>
            <a:ext cx="688826" cy="65948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 dirty="0" err="1"/>
              <a:t>calculaDuty</a:t>
            </a:r>
            <a:r>
              <a:rPr lang="pt-BR" sz="700" dirty="0"/>
              <a:t>(angulo)</a:t>
            </a:r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472CBD7D-5301-4C11-A545-CFA7B6CF5011}"/>
              </a:ext>
            </a:extLst>
          </p:cNvPr>
          <p:cNvSpPr txBox="1"/>
          <p:nvPr/>
        </p:nvSpPr>
        <p:spPr>
          <a:xfrm>
            <a:off x="7092740" y="4124219"/>
            <a:ext cx="1848717" cy="200055"/>
          </a:xfrm>
          <a:prstGeom prst="rect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sz="700" dirty="0" err="1"/>
              <a:t>pos</a:t>
            </a:r>
            <a:r>
              <a:rPr lang="pt-BR" sz="700" dirty="0"/>
              <a:t> = ((0.5 + angulo * 0.01) * 1000);</a:t>
            </a: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B88EAC22-CEC3-3DE4-66EA-EBA5F7346F60}"/>
              </a:ext>
            </a:extLst>
          </p:cNvPr>
          <p:cNvSpPr txBox="1"/>
          <p:nvPr/>
        </p:nvSpPr>
        <p:spPr>
          <a:xfrm>
            <a:off x="7092740" y="4958788"/>
            <a:ext cx="1848717" cy="200055"/>
          </a:xfrm>
          <a:prstGeom prst="rect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sz="700" dirty="0"/>
              <a:t>Mostra informação no LCD</a:t>
            </a:r>
          </a:p>
        </p:txBody>
      </p:sp>
      <p:sp>
        <p:nvSpPr>
          <p:cNvPr id="100" name="CaixaDeTexto 99">
            <a:extLst>
              <a:ext uri="{FF2B5EF4-FFF2-40B4-BE49-F238E27FC236}">
                <a16:creationId xmlns:a16="http://schemas.microsoft.com/office/drawing/2014/main" id="{AC25AD58-8907-0C1F-3055-2DB633F4E1A4}"/>
              </a:ext>
            </a:extLst>
          </p:cNvPr>
          <p:cNvSpPr txBox="1"/>
          <p:nvPr/>
        </p:nvSpPr>
        <p:spPr>
          <a:xfrm>
            <a:off x="9975683" y="2206549"/>
            <a:ext cx="1848717" cy="200055"/>
          </a:xfrm>
          <a:prstGeom prst="rect">
            <a:avLst/>
          </a:prstGeom>
          <a:noFill/>
          <a:ln w="28575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sz="700" dirty="0" err="1"/>
              <a:t>duty</a:t>
            </a:r>
            <a:r>
              <a:rPr lang="pt-BR" sz="700" dirty="0"/>
              <a:t> = 40000 + (angulo * 889);</a:t>
            </a:r>
          </a:p>
        </p:txBody>
      </p:sp>
      <p:cxnSp>
        <p:nvCxnSpPr>
          <p:cNvPr id="101" name="Conector de Seta Reta 100">
            <a:extLst>
              <a:ext uri="{FF2B5EF4-FFF2-40B4-BE49-F238E27FC236}">
                <a16:creationId xmlns:a16="http://schemas.microsoft.com/office/drawing/2014/main" id="{54BEEA1A-72A2-343C-0A2A-5223C6F4B217}"/>
              </a:ext>
            </a:extLst>
          </p:cNvPr>
          <p:cNvCxnSpPr>
            <a:cxnSpLocks/>
          </p:cNvCxnSpPr>
          <p:nvPr/>
        </p:nvCxnSpPr>
        <p:spPr>
          <a:xfrm>
            <a:off x="7897512" y="2746122"/>
            <a:ext cx="0" cy="41559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8645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179</Words>
  <Application>Microsoft Office PowerPoint</Application>
  <PresentationFormat>Widescreen</PresentationFormat>
  <Paragraphs>38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SANDRA LIRA MEDEIROS</dc:creator>
  <cp:lastModifiedBy>SANDRA LIRA MEDEIROS</cp:lastModifiedBy>
  <cp:revision>11</cp:revision>
  <dcterms:created xsi:type="dcterms:W3CDTF">2026-05-26T12:01:55Z</dcterms:created>
  <dcterms:modified xsi:type="dcterms:W3CDTF">2026-05-26T13:12:08Z</dcterms:modified>
</cp:coreProperties>
</file>